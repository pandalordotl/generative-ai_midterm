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30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E0A971-4F14-0189-2144-8D34614A4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79E72B8-5C66-F673-6128-B262583B0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FE50A1-36DA-5E2C-6F12-224C86E34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AE4AD-C797-4789-BEFD-261DEE06564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118358-41AB-7409-824B-01D82DE5E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F0BC81-9C67-D92F-6D6A-40719815B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4D1-0997-4430-8D64-D96A4A7AC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3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169BC1-7578-BC06-C453-8E9F83C8F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315BBB-776A-6025-7E66-1AB17E535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EFBA49-0A51-C669-6B50-96A002843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AE4AD-C797-4789-BEFD-261DEE06564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CCDC47-FD90-F4F4-18DA-40EB8CB87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5C4BC6-97AE-7AE7-BA18-8E53A42F4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4D1-0997-4430-8D64-D96A4A7AC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439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44F566-95FF-2662-E0AE-8C8D4A040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ECD13-C36D-ADA0-721B-F14C806C9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AFD65E-76DC-F7E6-5587-96A8CF14D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AE4AD-C797-4789-BEFD-261DEE06564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A5DCA35-9E62-D88F-4C02-8DC1463ED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6AF624-56CA-7DF5-4C78-1291F3528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4D1-0997-4430-8D64-D96A4A7AC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167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0F361F-E12C-7E66-63ED-C26B3EE4B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1E8297-4161-9DD6-621A-DF0F810B2A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A009265-B1EA-E73D-65F4-306B33B5A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5494DF-A747-E5E6-B11B-2154CC264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AE4AD-C797-4789-BEFD-261DEE06564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60F8589-AFC9-DF59-79D6-4E2042467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65702F2-BF39-17A9-137C-B2A0C131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4D1-0997-4430-8D64-D96A4A7AC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82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D18C33-2114-43DA-423D-5B8CBED5F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74CD233-94C3-8834-8E75-8B8E9FB48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59B456A-68F4-6593-6BF4-EB2B5AA91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19092E7-4ABE-20A6-A7F3-5C292B8CCC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D7ED5D5-2154-4612-30EA-51B4BC90EE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96525BE-F6DE-CA72-4C60-F1059A50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AE4AD-C797-4789-BEFD-261DEE06564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C8C4CFD-7354-5186-70B6-F8C4224AB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57C5FE9-3C24-2787-CB56-C3CA2CC9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4D1-0997-4430-8D64-D96A4A7AC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284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3031A7-6CC0-1024-3F1E-2E1DF8927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C28766F-4E0B-3563-D4D5-5394DB148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AE4AD-C797-4789-BEFD-261DEE06564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BC218D2-DAB6-C7FE-F8F2-BE9C0AC4A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3360354-E484-49E2-9BB9-B235B98F9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4D1-0997-4430-8D64-D96A4A7AC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37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4807CAE-AF12-DC5D-4BAB-1EB2A2FFD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AE4AD-C797-4789-BEFD-261DEE06564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C1F8753-4E22-1D4C-E175-807D5E8D3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D64B037-65C2-0B7B-5DB2-C276CE62F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4D1-0997-4430-8D64-D96A4A7AC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C8DBBA-B696-12E0-CC28-A049BC062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CF47AE-5866-13CF-16A6-FF7FFD754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B694F36-74E2-DA84-AE38-CCDE21BAD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3614E6D-B221-E4E8-6B42-330FD3F8D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AE4AD-C797-4789-BEFD-261DEE06564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93C93B2-1073-F487-0717-D5F660F63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2613C2E-9AB9-7076-BB40-300473471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4D1-0997-4430-8D64-D96A4A7AC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025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FE1D3F-B8BA-8E40-658C-711524EF9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438280-DF1F-59C1-9C4C-AAD64FC2AB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FEA877-42A1-2A5A-F883-929B23991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F9DB8EA-FDA2-AFD0-4356-3B5C667E0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AE4AD-C797-4789-BEFD-261DEE06564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4D9BD2C-4317-930E-3637-B09B35C95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6977151-A55D-AF20-EADB-A1002F7D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4D1-0997-4430-8D64-D96A4A7AC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004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526278-48E0-8FB3-F125-893EE3742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0648ADF-F121-0646-9D5F-58F9DD7E4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68E027-FAAD-55DF-1D94-7C21FDE82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AE4AD-C797-4789-BEFD-261DEE06564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F9F5B8-5489-2448-8761-4F76BB655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720E5F-8B04-7FD2-6E7B-82D9CF235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4D1-0997-4430-8D64-D96A4A7AC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05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0DA5864-BA9E-1B15-C187-32AE38475D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3F1A78C-D921-B52E-29F0-A4B886D48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40CEF8-70FA-3E00-AFE3-156476695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AE4AD-C797-4789-BEFD-261DEE06564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88E905-4718-0CF1-502F-061DFE408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D5C3885-1023-B47C-CB39-61A446F36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E84D1-0997-4430-8D64-D96A4A7AC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11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496A6BE-3470-5817-3BCC-F15012275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A0A752-9E73-EBE1-BFCF-E278918F8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947105-B012-FA69-C50A-73FADCCDC3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FAE4AD-C797-4789-BEFD-261DEE06564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D2A20D-C116-0228-2BDA-791BECEFA0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AF9BFC-D84F-6DB5-ED0D-3026107709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9E84D1-0997-4430-8D64-D96A4A7AC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90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17D5FA-9641-1462-4EED-AF9DF5B3C9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/>
              <a:t>NotebookLM</a:t>
            </a:r>
            <a:br>
              <a:rPr lang="en-US" b="1" dirty="0"/>
            </a:br>
            <a:r>
              <a:rPr lang="zh-TW" altLang="en-US" b="1" dirty="0"/>
              <a:t>實作</a:t>
            </a:r>
            <a:endParaRPr 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74A147F-D4A6-2C01-7FBD-F4C43DAE85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16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608716-C8F8-8B63-AEB2-D1CCE9081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上傳網站</a:t>
            </a:r>
            <a:endParaRPr 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F4E8619D-54CA-F106-DF07-8F175AB0CA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7221" y="1825625"/>
            <a:ext cx="92375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269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DC1950-AEE5-2393-90CF-A1C600308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with NumPy, Pandas, Matplotlib and Seaborn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712ECA6-3F76-3CC5-2493-A5E705DD35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7186" y="1825625"/>
            <a:ext cx="917762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484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986FC1-5D84-CF9B-9292-BFFB02D93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生成程式碼</a:t>
            </a:r>
            <a:endParaRPr 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ACC7C925-E2CA-48A6-FCE0-061F00A28C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0216" y="1825625"/>
            <a:ext cx="923156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267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789629-2161-77A8-9B5C-6FE01BFA5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生成簡報</a:t>
            </a:r>
            <a:endParaRPr 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95E2044-CC6D-7511-7113-AB4EE7BD85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5310" y="1825625"/>
            <a:ext cx="92213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248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60D38A-EE10-61D3-6574-253A2758A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簡報內容</a:t>
            </a:r>
            <a:endParaRPr 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C3DC7BC-EEF8-FB67-F14B-7FD9E50241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1636" y="1825625"/>
            <a:ext cx="97687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103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E86D92-A976-3E5F-3E6D-D679B99E6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簡報內容</a:t>
            </a:r>
            <a:r>
              <a:rPr lang="en-US" altLang="zh-TW" dirty="0"/>
              <a:t>2</a:t>
            </a:r>
            <a:endParaRPr 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0A6C764-50D5-A129-66C2-50080F8142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4559" y="1825625"/>
            <a:ext cx="1008288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181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BEB9CD-D3A9-7FA8-A348-D87AF0E22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語音摘要</a:t>
            </a:r>
            <a:endParaRPr 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415AA12-BDC1-B745-602E-66BB17BFA3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5314" y="1825625"/>
            <a:ext cx="91813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556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9852B5-F514-242D-61D3-A943A864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心智圖</a:t>
            </a:r>
            <a:endParaRPr 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3BDC0FA-D272-E71E-4A5F-75D44D1661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0259" y="1825625"/>
            <a:ext cx="919148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266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497AD4-5122-F89B-6F90-F69120CC3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心智圖成品</a:t>
            </a:r>
            <a:endParaRPr 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D6C0FE1-BC62-F4D0-C7A5-CEFBE774B1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9395" y="1825625"/>
            <a:ext cx="979320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2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D1057E-7DD2-3C53-F58B-25121FF46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心智圖成品</a:t>
            </a:r>
            <a:r>
              <a:rPr lang="en-US" altLang="zh-TW" dirty="0"/>
              <a:t>2</a:t>
            </a:r>
            <a:endParaRPr 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39D8283-1C08-94B3-48C6-CA761FF55A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9395" y="1825625"/>
            <a:ext cx="979320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865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5A4F75-9740-45CB-2882-638ED5E6A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測驗生成</a:t>
            </a:r>
            <a:endParaRPr 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994D95BD-1F5F-EF07-85F7-1CD8B74734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2750" y="1825625"/>
            <a:ext cx="91664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169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065359-5AFA-5A78-F2F5-140FBE23D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測驗成品</a:t>
            </a:r>
            <a:endParaRPr 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AD6004E-0B09-3A58-69D0-39A10D3B14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7217" y="1825625"/>
            <a:ext cx="805756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706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944DFF6-B9BB-99EA-2730-57935455C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lang="zh-TW" altLang="en-US" sz="4000"/>
              <a:t>測驗成品</a:t>
            </a:r>
            <a:r>
              <a:rPr lang="en-US" altLang="zh-TW" sz="4000"/>
              <a:t>2</a:t>
            </a:r>
            <a:endParaRPr lang="en-US" sz="400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E3BCA34-6F7A-CA92-D161-20BFA307D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1168" y="2135410"/>
            <a:ext cx="10175630" cy="767904"/>
          </a:xfrm>
        </p:spPr>
        <p:txBody>
          <a:bodyPr anchor="ctr">
            <a:normAutofit/>
          </a:bodyPr>
          <a:lstStyle/>
          <a:p>
            <a:pPr algn="ctr"/>
            <a:r>
              <a:rPr lang="en-US" sz="2000" dirty="0"/>
              <a:t>Word </a:t>
            </a:r>
            <a:r>
              <a:rPr lang="zh-TW" altLang="en-US" sz="2000" dirty="0"/>
              <a:t>生成</a:t>
            </a:r>
            <a:endParaRPr lang="en-US" altLang="zh-TW" sz="2000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789C2DC-A99C-89DC-F4F8-7843F944E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612" y="2405149"/>
            <a:ext cx="8762679" cy="389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765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5623DD-011A-4F68-9B9D-53299FEF6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報告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A4F49B75-44C4-48C8-A5C3-82D120DCCC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5006" y="1825625"/>
            <a:ext cx="958198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749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213D3E-321F-4DFF-BF5F-CF2EA7018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報告內容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9B93FF61-670B-43DD-989C-ADD382B42B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9883" y="1825625"/>
            <a:ext cx="963223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52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431AF1-6278-4805-A3C7-34091A67E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報告內容</a:t>
            </a:r>
            <a:r>
              <a:rPr lang="en-US" altLang="zh-TW" dirty="0"/>
              <a:t>2</a:t>
            </a:r>
            <a:endParaRPr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C0254C9A-3D4C-4AA3-A5C1-0600C2A829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4524" y="1825625"/>
            <a:ext cx="960295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722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D42F9A-8EA7-46E3-9630-1CCC0048F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學習卡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266ECB93-5427-4306-A416-6650174BF5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2377" y="1825625"/>
            <a:ext cx="952724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47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BF255E-A889-43EB-B12B-EF36B50F7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學習卡內容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EAF77FAA-055D-4153-9050-2CF949DBD2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6934" y="1825625"/>
            <a:ext cx="95381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862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71B8CD-3CD9-4424-A51E-880AE9A32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資訊圖表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6C93FCD6-0CCB-4632-9B90-B73DDA9387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4393" y="1825625"/>
            <a:ext cx="95232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500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5145EE-1B48-451D-93FA-E38338029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資訊圖表內容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BA53CEA-6112-4D1B-BF11-ACE4EC1B2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2848" y="1825625"/>
            <a:ext cx="952630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849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28AF8D-A51E-4BC9-A675-91B221575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資料表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993E7B9-00F4-468C-A6A2-E726D169E3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0290" y="1825625"/>
            <a:ext cx="95114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834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EFA5C7-F502-4EAF-B5AF-C73AEF5D4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資料表內容</a:t>
            </a:r>
            <a:br>
              <a:rPr lang="zh-TW" altLang="en-US" dirty="0"/>
            </a:br>
            <a:endParaRPr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AA7D847-FB65-493B-960D-CC044F52F7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7985" y="1825625"/>
            <a:ext cx="959602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4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63</Words>
  <Application>Microsoft Office PowerPoint</Application>
  <PresentationFormat>寬螢幕</PresentationFormat>
  <Paragraphs>24</Paragraphs>
  <Slides>23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佈景主題</vt:lpstr>
      <vt:lpstr>NotebookLM 實作</vt:lpstr>
      <vt:lpstr>上傳網站</vt:lpstr>
      <vt:lpstr>EDA with NumPy, Pandas, Matplotlib and Seaborn</vt:lpstr>
      <vt:lpstr>生成程式碼</vt:lpstr>
      <vt:lpstr>生成簡報</vt:lpstr>
      <vt:lpstr>簡報內容</vt:lpstr>
      <vt:lpstr>簡報內容2</vt:lpstr>
      <vt:lpstr>語音摘要</vt:lpstr>
      <vt:lpstr>心智圖</vt:lpstr>
      <vt:lpstr>心智圖成品</vt:lpstr>
      <vt:lpstr>心智圖成品2</vt:lpstr>
      <vt:lpstr>測驗生成</vt:lpstr>
      <vt:lpstr>測驗成品</vt:lpstr>
      <vt:lpstr>測驗成品2</vt:lpstr>
      <vt:lpstr>報告</vt:lpstr>
      <vt:lpstr>報告內容</vt:lpstr>
      <vt:lpstr>報告內容2</vt:lpstr>
      <vt:lpstr>學習卡</vt:lpstr>
      <vt:lpstr>學習卡內容</vt:lpstr>
      <vt:lpstr>資訊圖表</vt:lpstr>
      <vt:lpstr>資訊圖表內容</vt:lpstr>
      <vt:lpstr>資料表</vt:lpstr>
      <vt:lpstr>資料表內容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NotebookLM 實作</dc:title>
  <dc:creator>KSU</dc:creator>
  <cp:lastModifiedBy>AN P</cp:lastModifiedBy>
  <cp:revision>3</cp:revision>
  <dcterms:created xsi:type="dcterms:W3CDTF">2026-10-01T11:54:12Z</dcterms:created>
  <dcterms:modified xsi:type="dcterms:W3CDTF">2026-10-08T18:10:21Z</dcterms:modified>
</cp:coreProperties>
</file>